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0:00-0:10. Introduce yourself and the project in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0:10-0:30. Why scheduling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0:30-0:50.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0:50-1:25. Press play at 4x. Keep this running for at least 60 seconds in total across the video.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1:25-1:50.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1:50-2:20.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2:20-2:35.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2:35-2:50. Simulated, 8 depot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Optional, if there is time under 3:00.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2:50-3:00. Keep the whole video under 3:00.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Charge Controller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291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electric trucks, 11 chargers: cheaper, gentler on batteries, always on time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Nebius x NVIDIA Global AI Hackathon  |  Physical AI track  |  Simulated depot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depot has 50 trucks but only 11 chargers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truck models need three kinds of charger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changes through the day, and solar is free but only at midday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truck must leave on time with enough energy for its trip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Charging fast and sitting full wears the battery out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the energy each trip needs: distance, cargo weight, terrain, temperature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which truck takes which bay, and when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each truck's charging power from price, solar and the grid limit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plug-in and unplug delays and noisy battery readings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Re-plans when trucks arrive, finish, fault or change plans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yard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3108960"/>
          </a:xfrm>
          <a:prstGeom prst="rect">
            <a:avLst/>
          </a:prstGeom>
          <a:solidFill>
            <a:srgbClr val="EEF1F5"/>
          </a:solidFill>
          <a:ln w="19050">
            <a:solidFill>
              <a:srgbClr val="AEB6C2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 recording here ]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200400"/>
            <a:ext cx="9966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trucks charging with trailers filling up, the waiting queue, ready lane, scrubber at 4x, site power chart with price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localhost:8000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decides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model gives the energy for each trip, plus a 15% margin and 10% reserve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an optimiser assigns bays within each truck-model pool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2: a linear program sets power inside each truck's window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one-minute edge loop adds power if a truck falls behind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models never choose a bay or a charge level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 notes with Nemotron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3108960"/>
          </a:xfrm>
          <a:prstGeom prst="rect">
            <a:avLst/>
          </a:prstGeom>
          <a:solidFill>
            <a:srgbClr val="EEF1F5"/>
          </a:solidFill>
          <a:ln w="19050">
            <a:solidFill>
              <a:srgbClr val="AEB6C2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 recording here ]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200400"/>
            <a:ext cx="9966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type a note such as "Truck 5 is carrying 1.6 tonnes. Truck 30 route is now 280 km.", apply, then click the Cold snap scenario and Explain on a truck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localhost:8000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Nebius and NVIDIA usage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554480"/>
            <a:ext cx="1088136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Nebius Token Factory runs every model call at runtime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Nemotron Nano turns dispatcher notes into validated actions and reads temperature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Nemotron Super explains decisions in plain language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supplies live weather that feeds the energy model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has an offline fallback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828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39%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017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daily cost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3383280" y="1828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4800" dirty="0"/>
          </a:p>
        </p:txBody>
      </p:sp>
      <p:sp>
        <p:nvSpPr>
          <p:cNvPr id="7" name="Text 4"/>
          <p:cNvSpPr txBox="1"/>
          <p:nvPr/>
        </p:nvSpPr>
        <p:spPr>
          <a:xfrm>
            <a:off x="3383280" y="3017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peak power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1828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800" dirty="0"/>
          </a:p>
        </p:txBody>
      </p:sp>
      <p:sp>
        <p:nvSpPr>
          <p:cNvPr id="9" name="Text 6"/>
          <p:cNvSpPr txBox="1"/>
          <p:nvPr/>
        </p:nvSpPr>
        <p:spPr>
          <a:xfrm>
            <a:off x="6126480" y="3017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departures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869680" y="18288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</a:t>
            </a:r>
            <a:endParaRPr lang="en-US" sz="4800" dirty="0"/>
          </a:p>
        </p:txBody>
      </p:sp>
      <p:sp>
        <p:nvSpPr>
          <p:cNvPr id="11" name="Text 8"/>
          <p:cNvSpPr txBox="1"/>
          <p:nvPr/>
        </p:nvSpPr>
        <p:spPr>
          <a:xfrm>
            <a:off x="8869680" y="3017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hours spent above 80% charge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4754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scheduler against first come, first served. Synthetic data; not a real depot.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2F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914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comparison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881360" cy="3108960"/>
          </a:xfrm>
          <a:prstGeom prst="rect">
            <a:avLst/>
          </a:prstGeom>
          <a:solidFill>
            <a:srgbClr val="EEF1F5"/>
          </a:solidFill>
          <a:ln w="19050">
            <a:solidFill>
              <a:srgbClr val="AEB6C2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640080" y="237744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screen recording here ]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200400"/>
            <a:ext cx="9966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Show: Compare tab: cost bars, battery-stress panel and metrics table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localhost:8000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103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9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README and technical brief: [GitHub repo URL]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FA0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under the MIT license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Fleet Charge Controller</dc:title>
  <dc:subject>PptxGenJS Presentation</dc:subject>
  <dc:creator>PptxGenJS</dc:creator>
  <cp:lastModifiedBy>PptxGenJS</cp:lastModifiedBy>
  <cp:revision>1</cp:revision>
  <dcterms:created xsi:type="dcterms:W3CDTF">2026-10-29T13:59:03Z</dcterms:created>
  <dcterms:modified xsi:type="dcterms:W3CDTF">2026-10-29T13:59:03Z</dcterms:modified>
</cp:coreProperties>
</file>